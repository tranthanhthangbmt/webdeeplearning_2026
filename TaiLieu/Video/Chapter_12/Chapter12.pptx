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138" y="3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760" y="390144"/>
            <a:ext cx="1572768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760" y="2243328"/>
            <a:ext cx="1572768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B66607B-C690-A548-4C52-C18128CD7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800" y="5464546"/>
            <a:ext cx="9296400" cy="36032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ED34BB8-0C23-232E-41EE-037C0C476BE5}"/>
              </a:ext>
            </a:extLst>
          </p:cNvPr>
          <p:cNvSpPr/>
          <p:nvPr/>
        </p:nvSpPr>
        <p:spPr>
          <a:xfrm>
            <a:off x="0" y="1905000"/>
            <a:ext cx="9271000" cy="67783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B76048-8068-5213-E137-F9AB3E101D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9" b="1829"/>
          <a:stretch>
            <a:fillRect/>
          </a:stretch>
        </p:blipFill>
        <p:spPr>
          <a:xfrm>
            <a:off x="1270000" y="1905000"/>
            <a:ext cx="7035800" cy="6778393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E76EEF-9665-927D-E8AF-CFAAB031AF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00" y="1246992"/>
            <a:ext cx="9372600" cy="78756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E32B14-F57D-90AC-3975-C4A5A83BA580}"/>
              </a:ext>
            </a:extLst>
          </p:cNvPr>
          <p:cNvSpPr/>
          <p:nvPr/>
        </p:nvSpPr>
        <p:spPr>
          <a:xfrm>
            <a:off x="584200" y="2209800"/>
            <a:ext cx="8458200" cy="6096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829AF-0062-8806-39DF-B9015F3C0B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8600" y="1600200"/>
            <a:ext cx="6803128" cy="68031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0</Words>
  <Application>Microsoft Office PowerPoint</Application>
  <PresentationFormat>Custom</PresentationFormat>
  <Paragraphs>0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Chapter12</dc:title>
  <dc:creator>thanh</dc:creator>
  <cp:lastModifiedBy>Thang Tran Thanh</cp:lastModifiedBy>
  <cp:revision>1</cp:revision>
  <dcterms:created xsi:type="dcterms:W3CDTF">2026-10-10T02:40:11Z</dcterms:created>
  <dcterms:modified xsi:type="dcterms:W3CDTF">2026-10-10T02:46:31Z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2026-10-10T00:00:00Z</vt:filetime>
  </property>
  <property fmtid="{D5CDD505-2E9C-101B-9397-08002B2CF9AE}" pid="3" name="Creator">
    <vt:lpwstr>Wondershare PDFelement</vt:lpwstr>
  </property>
  <property fmtid="{D5CDD505-2E9C-101B-9397-08002B2CF9AE}" pid="4" name="LastSaved">
    <vt:filetime>2026-10-10T00:00:00Z</vt:filetime>
  </property>
  <property fmtid="{D5CDD505-2E9C-101B-9397-08002B2CF9AE}" pid="5" name="Producer">
    <vt:lpwstr>Wondershare PDFelement</vt:lpwstr>
  </property>
</Properties>
</file>