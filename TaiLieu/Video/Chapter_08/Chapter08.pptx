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7475200" cy="9753600"/>
  <p:notesSz cx="17475200" cy="9753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138" y="3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73760" y="390144"/>
            <a:ext cx="15727680" cy="15605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3760" y="2243328"/>
            <a:ext cx="15727680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D24F3F3-322D-F1A5-E3AA-5FCA5F654A96}"/>
              </a:ext>
            </a:extLst>
          </p:cNvPr>
          <p:cNvSpPr/>
          <p:nvPr/>
        </p:nvSpPr>
        <p:spPr>
          <a:xfrm>
            <a:off x="3556000" y="5208037"/>
            <a:ext cx="10363200" cy="4572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07F1B6-4543-3FCF-5676-C0AA5045E2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400" y="4800600"/>
            <a:ext cx="5880761" cy="48678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BFF5794-7A1E-1B21-886A-9C9D8F4847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2399" y="3164198"/>
            <a:ext cx="8432801" cy="406566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CB91712-E1F4-845D-F70C-B3637E0ABA7C}"/>
              </a:ext>
            </a:extLst>
          </p:cNvPr>
          <p:cNvSpPr/>
          <p:nvPr/>
        </p:nvSpPr>
        <p:spPr>
          <a:xfrm>
            <a:off x="8432800" y="2743200"/>
            <a:ext cx="9042400" cy="444934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2F9481-2BF7-D3FB-2A6B-9835D2F0A7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5200" y="4038600"/>
            <a:ext cx="8737600" cy="295508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16F1A37-2EED-6892-FA89-A7BEAC67EBA8}"/>
              </a:ext>
            </a:extLst>
          </p:cNvPr>
          <p:cNvSpPr/>
          <p:nvPr/>
        </p:nvSpPr>
        <p:spPr>
          <a:xfrm>
            <a:off x="9339768" y="2133600"/>
            <a:ext cx="8135432" cy="505894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3A222C-E1C7-BF9A-1ACC-029076F243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1000" y="4267200"/>
            <a:ext cx="8093962" cy="3581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F20FD70-7DCE-5B6C-E1C1-1D6EC9F7FF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75" t="6762" r="8510" b="5295"/>
          <a:stretch>
            <a:fillRect/>
          </a:stretch>
        </p:blipFill>
        <p:spPr>
          <a:xfrm>
            <a:off x="7594600" y="1442132"/>
            <a:ext cx="9525000" cy="732086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DD3C641-1539-0B45-5ECC-C3F02553448C}"/>
              </a:ext>
            </a:extLst>
          </p:cNvPr>
          <p:cNvSpPr/>
          <p:nvPr/>
        </p:nvSpPr>
        <p:spPr>
          <a:xfrm>
            <a:off x="3623906" y="1676400"/>
            <a:ext cx="12420600" cy="5181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1F99E8-FF73-2631-0436-69582D5501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7" t="5208" r="7552" b="4514"/>
          <a:stretch>
            <a:fillRect/>
          </a:stretch>
        </p:blipFill>
        <p:spPr>
          <a:xfrm>
            <a:off x="5461000" y="1295400"/>
            <a:ext cx="7274168" cy="55626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CAD37C7-7165-E1CA-898B-895CE8A102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08" b="4514"/>
          <a:stretch>
            <a:fillRect/>
          </a:stretch>
        </p:blipFill>
        <p:spPr>
          <a:xfrm>
            <a:off x="5040142" y="1389072"/>
            <a:ext cx="7964658" cy="539272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41A3C41-F957-4627-8AE7-3260EAB60A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0" t="4920" r="7749" b="5290"/>
          <a:stretch>
            <a:fillRect/>
          </a:stretch>
        </p:blipFill>
        <p:spPr>
          <a:xfrm>
            <a:off x="4775200" y="1154906"/>
            <a:ext cx="8001000" cy="608409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DB672B4-F681-018C-B016-F63D00F534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08" r="8854" b="5055"/>
          <a:stretch>
            <a:fillRect/>
          </a:stretch>
        </p:blipFill>
        <p:spPr>
          <a:xfrm>
            <a:off x="4839693" y="1447800"/>
            <a:ext cx="7636495" cy="56388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B424375-8220-2174-CAC1-681DA6510D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08" b="2778"/>
          <a:stretch>
            <a:fillRect/>
          </a:stretch>
        </p:blipFill>
        <p:spPr>
          <a:xfrm>
            <a:off x="4476133" y="1143000"/>
            <a:ext cx="8757267" cy="6043414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</TotalTime>
  <Words>0</Words>
  <Application>Microsoft Office PowerPoint</Application>
  <PresentationFormat>Custom</PresentationFormat>
  <Paragraphs>0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3" baseType="lpstr"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Chapter08</dc:title>
  <dc:creator>thanh</dc:creator>
  <cp:lastModifiedBy>Thang Tran Thanh</cp:lastModifiedBy>
  <cp:revision>2</cp:revision>
  <dcterms:created xsi:type="dcterms:W3CDTF">2026-10-10T01:18:42Z</dcterms:created>
  <dcterms:modified xsi:type="dcterms:W3CDTF">2026-10-10T01:38:03Z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2026-09-25T00:00:00Z</vt:filetime>
  </property>
  <property fmtid="{D5CDD505-2E9C-101B-9397-08002B2CF9AE}" pid="3" name="Creator">
    <vt:lpwstr>Wondershare PDFelement</vt:lpwstr>
  </property>
  <property fmtid="{D5CDD505-2E9C-101B-9397-08002B2CF9AE}" pid="4" name="LastSaved">
    <vt:filetime>2026-10-10T00:00:00Z</vt:filetime>
  </property>
  <property fmtid="{D5CDD505-2E9C-101B-9397-08002B2CF9AE}" pid="5" name="Producer">
    <vt:lpwstr>Wondershare PDFelement</vt:lpwstr>
  </property>
</Properties>
</file>