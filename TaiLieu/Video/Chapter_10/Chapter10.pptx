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8" y="3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D86B64-A2E8-901A-A18C-BDB3BF2B8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6250"/>
          <a:stretch>
            <a:fillRect/>
          </a:stretch>
        </p:blipFill>
        <p:spPr>
          <a:xfrm>
            <a:off x="9575799" y="1905000"/>
            <a:ext cx="7576457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D999DD-EF37-70C6-6305-1E4AE9131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t="10417" r="19271" b="9722"/>
          <a:stretch>
            <a:fillRect/>
          </a:stretch>
        </p:blipFill>
        <p:spPr>
          <a:xfrm>
            <a:off x="10109200" y="2362200"/>
            <a:ext cx="6629400" cy="66294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BCF22D-892B-7C2C-C92C-4A329896F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0" y="1828800"/>
            <a:ext cx="6474860" cy="792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3A91AF-06FD-9C64-825A-A348FD4E3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687" y="3657600"/>
            <a:ext cx="5797713" cy="2819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C1119F-D099-F306-7F77-0627E19C3036}"/>
              </a:ext>
            </a:extLst>
          </p:cNvPr>
          <p:cNvSpPr/>
          <p:nvPr/>
        </p:nvSpPr>
        <p:spPr>
          <a:xfrm>
            <a:off x="5994400" y="3200400"/>
            <a:ext cx="5474736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30FE52-7F65-606E-973C-E88C65BA33F2}"/>
              </a:ext>
            </a:extLst>
          </p:cNvPr>
          <p:cNvSpPr/>
          <p:nvPr/>
        </p:nvSpPr>
        <p:spPr>
          <a:xfrm>
            <a:off x="0" y="1600200"/>
            <a:ext cx="9118600" cy="7086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23E44-E9BA-8CB0-98C3-5A0D462F1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43000"/>
            <a:ext cx="7442200" cy="744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B031E2-B670-F136-0787-635A9E35F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0"/>
          <a:stretch>
            <a:fillRect/>
          </a:stretch>
        </p:blipFill>
        <p:spPr>
          <a:xfrm>
            <a:off x="0" y="31376"/>
            <a:ext cx="6521824" cy="606462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6544A1-DEDA-DE23-83A8-2EEC6E05F8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524000"/>
            <a:ext cx="7391400" cy="7391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Custom</PresentationFormat>
  <Paragraphs>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Chapter10</dc:title>
  <dc:creator>thanh</dc:creator>
  <cp:lastModifiedBy>Thang Tran Thanh</cp:lastModifiedBy>
  <cp:revision>1</cp:revision>
  <dcterms:created xsi:type="dcterms:W3CDTF">2026-10-10T02:21:18Z</dcterms:created>
  <dcterms:modified xsi:type="dcterms:W3CDTF">2026-10-10T02:27:26Z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2026-10-10T00:00:00Z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2026-10-10T00:00:00Z</vt:filetime>
  </property>
  <property fmtid="{D5CDD505-2E9C-101B-9397-08002B2CF9AE}" pid="5" name="Producer">
    <vt:lpwstr>Wondershare PDFelement</vt:lpwstr>
  </property>
</Properties>
</file>