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8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3D9FAE-602C-940A-68B7-CC201A7D2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219200"/>
            <a:ext cx="8461955" cy="67635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92F231-3F05-EFBA-1105-2F092ABE5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1600200"/>
            <a:ext cx="11538279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B626E-C15E-32F8-ECB9-B60818D1A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2" t="12500" r="19444" b="10417"/>
          <a:stretch>
            <a:fillRect/>
          </a:stretch>
        </p:blipFill>
        <p:spPr>
          <a:xfrm>
            <a:off x="203200" y="838200"/>
            <a:ext cx="830374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7F7F3C-BA88-D790-3A33-BD286CA35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323" y="2590800"/>
            <a:ext cx="8345025" cy="41879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28752E-FD0C-D715-D7E0-5A670A626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29" y="76200"/>
            <a:ext cx="10010171" cy="55890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23B829F-95E3-F10E-77FD-7EF5575DD5BB}"/>
              </a:ext>
            </a:extLst>
          </p:cNvPr>
          <p:cNvSpPr/>
          <p:nvPr/>
        </p:nvSpPr>
        <p:spPr>
          <a:xfrm>
            <a:off x="279400" y="1447800"/>
            <a:ext cx="899009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44728-B6FE-78C7-4D91-12BE4881F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8" y="1981200"/>
            <a:ext cx="9025542" cy="60198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ADBA0-DE53-D156-ACD2-4D2915FC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514467"/>
            <a:ext cx="16554450" cy="54100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2889EE-CBB9-A9C8-A9A0-1442C398EA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5" t="10000" r="10000" b="7500"/>
          <a:stretch>
            <a:fillRect/>
          </a:stretch>
        </p:blipFill>
        <p:spPr>
          <a:xfrm>
            <a:off x="9194800" y="0"/>
            <a:ext cx="7601890" cy="75258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0FD989-FB4A-40B3-A5C1-2002E9111E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4" t="21451" r="10196" b="20513"/>
          <a:stretch>
            <a:fillRect/>
          </a:stretch>
        </p:blipFill>
        <p:spPr>
          <a:xfrm>
            <a:off x="126999" y="2711413"/>
            <a:ext cx="8578903" cy="6127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11235-8444-811D-7F5C-01842B3743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21819" r="10834" b="20655"/>
          <a:stretch>
            <a:fillRect/>
          </a:stretch>
        </p:blipFill>
        <p:spPr>
          <a:xfrm>
            <a:off x="8737600" y="2711413"/>
            <a:ext cx="8610600" cy="61277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0</Words>
  <Application>Microsoft Office PowerPoint</Application>
  <PresentationFormat>Custom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Chapter11</dc:title>
  <dc:creator>thanh</dc:creator>
  <cp:lastModifiedBy>Thang Tran Thanh</cp:lastModifiedBy>
  <cp:revision>1</cp:revision>
  <dcterms:created xsi:type="dcterms:W3CDTF">2026-10-10T02:28:30Z</dcterms:created>
  <dcterms:modified xsi:type="dcterms:W3CDTF">2026-10-10T02:39:16Z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2026-10-10T00:00:00Z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2026-10-10T00:00:00Z</vt:filetime>
  </property>
  <property fmtid="{D5CDD505-2E9C-101B-9397-08002B2CF9AE}" pid="5" name="Producer">
    <vt:lpwstr>Wondershare PDFelement</vt:lpwstr>
  </property>
</Properties>
</file>