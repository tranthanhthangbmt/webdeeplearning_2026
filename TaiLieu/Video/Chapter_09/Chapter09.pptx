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8" y="3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Custom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Chapter09</dc:title>
  <dc:creator>thanh</dc:creator>
  <cp:lastModifiedBy>Thang Tran Thanh</cp:lastModifiedBy>
  <cp:revision>1</cp:revision>
  <dcterms:created xsi:type="dcterms:W3CDTF">2026-10-10T01:39:10Z</dcterms:created>
  <dcterms:modified xsi:type="dcterms:W3CDTF">2026-10-10T01:41:36Z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2026-09-25T00:00:00Z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2026-10-10T00:00:00Z</vt:filetime>
  </property>
  <property fmtid="{D5CDD505-2E9C-101B-9397-08002B2CF9AE}" pid="5" name="Producer">
    <vt:lpwstr>Wondershare PDFelement</vt:lpwstr>
  </property>
</Properties>
</file>